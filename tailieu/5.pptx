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52456"/>
          </a:solidFill>
          <a:ln w="12700">
            <a:solidFill>
              <a:srgbClr val="1524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548640"/>
            <a:ext cx="2560320" cy="2560320"/>
          </a:xfrm>
          <a:prstGeom prst="ellipse">
            <a:avLst/>
          </a:prstGeom>
          <a:solidFill>
            <a:srgbClr val="1A2E66"/>
          </a:solidFill>
          <a:ln w="12700">
            <a:solidFill>
              <a:srgbClr val="1A2E6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572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LAI CỦA GIÁO DỤC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KỶ NGUYÊN AI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 cách Trí tuệ nhân tạo đang định hình lại nền giáo dục toàn cầu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mở ra những cơ hội học tập chưa từng có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246120"/>
            <a:ext cx="228600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 học thuật | Năm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99616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NỘI DUNG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bài thuyết trình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trình khám phá AI và tương lai giáo dục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73152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01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5568" y="19751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cảnh: AI trong thời đại số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9748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97480"/>
            <a:ext cx="73152" cy="6858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7706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5568" y="28437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đang thay đổi lớp học như thế nào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73152" cy="68580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6393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5568" y="37124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hóa học tập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82880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828800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901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04688" y="19751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mới của giáo viên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69748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697480"/>
            <a:ext cx="73152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7706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04688" y="28437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Thách thức &amp; rủi ro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56616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566160"/>
            <a:ext cx="73152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6393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04688" y="37124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nhìn &amp; khuyến nghị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450592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PHẦN 1: BỐI CẢNH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Cuộc cách mạng của thế kỷ 21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Chúng ta đang ở đâu trong làn sóng chuyển đổi này?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560320" cy="2377440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256032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$6.1 tỷ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đầu tư EdTech AI toàn cầu (2023)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560320" cy="2377440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828800"/>
            <a:ext cx="2560320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có nguy cơ tự động hóa trong 20 năm tới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560320" cy="2377440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828800"/>
            <a:ext cx="256032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2648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AI dự kiến đạt trình độ nhận thức người lớn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645920"/>
            <a:ext cx="731520" cy="731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4505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PHẦN 1: BỐI CẢNH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trình AI trong Giáo dục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hệ thống dạy kèm cơ bản đến trợ lý thông minh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664208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24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đầu tiên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Tutoring Systems xuất hiện trong phòng lab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7373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64208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2304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06040" y="2624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mở ra kỷ nguyên học tập trực tuyến đại trà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7373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1664208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304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2624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dữ liệu học tập, MOOC phát triển bùng nổ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17373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1664208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304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2624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Copilot — AI tạo sinh thay đổi mọi thứ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1920240"/>
            <a:ext cx="758952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3401568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PHẦN 2: AI TRONG LỚP HỌC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đang thay đổi lớp học như thế nào?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chiều cạnh tác động trực tiếp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4114800" cy="1234440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2240280"/>
            <a:ext cx="566928" cy="56692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67712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78992" y="23042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học tập được tạo, cập nhật tự động theo nhu cầu người học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920240"/>
            <a:ext cx="4114800" cy="1234440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240280"/>
            <a:ext cx="566928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267712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13832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13832" y="23042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bài, phản hồi, đánh giá được tự động hóa với độ chính xác cao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74320" y="3337560"/>
            <a:ext cx="4114800" cy="1234440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3657600"/>
            <a:ext cx="566928" cy="566928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85032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tác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78992" y="372160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AI hỗ trợ 24/7, giải đáp thắc mắc tức thì cho sinh viên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09160" y="3337560"/>
            <a:ext cx="4114800" cy="1234440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3657600"/>
            <a:ext cx="566928" cy="5669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685032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13832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513832" y="372160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học tập dự đoán kết quả và cảnh báo sớm nguy cơ bỏ học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807208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PHẦN 3: CÁ NHÂN HÓA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tập cá nhân hóa với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học sinh — một lộ trình học tập riêng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38528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87452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điều chỉnh độ khó theo tiến độ từng người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697480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63347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nhận diện phong cách học: thị giác, thính giác, động học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00984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5643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39242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tài nguyên học tập phù hợp với mục tiêu cá nhân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059936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215384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151376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tiến độ theo thời gian thực, phản hồi ngay lập tức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0" y="1783080"/>
            <a:ext cx="3291840" cy="3035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920240"/>
            <a:ext cx="640080" cy="6400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57784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nghiên cứu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577840" y="3017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532120" y="34930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điểm số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675120" y="3017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629400" y="34930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tiếp thu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772400" y="3017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726680" y="34930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sinh hài lòng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688336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PHẦN 2: CÔNG CỤ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công cụ AI nổi bật trong giáo dục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trợ lý viết đến nền tảng học thích nghi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2651760" cy="117043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74520"/>
            <a:ext cx="265176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842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Copilot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286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viết, giải thích khái niệm, lập kế hoạch học tập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874520"/>
            <a:ext cx="2651760" cy="117043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874520"/>
            <a:ext cx="2651760" cy="457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9842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2286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— gia sư AI cá nhân, giải thích từng bước bài toán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2651760" cy="117043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874520"/>
            <a:ext cx="265176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9842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Max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2286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đàm thoại ngôn ngữ, phân tích lỗi sai theo thời gian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227832"/>
            <a:ext cx="2651760" cy="117043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27832"/>
            <a:ext cx="265176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337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Gradescope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6393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bài tự động, phát hiện gian lận học thuật thông minh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227832"/>
            <a:ext cx="2651760" cy="117043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227832"/>
            <a:ext cx="265176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3337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Quizlet 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0128" y="36393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flashcard, câu hỏi ôn tập từ tài liệu người dùng tải lên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227832"/>
            <a:ext cx="2651760" cy="117043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227832"/>
            <a:ext cx="2651760" cy="457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337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 Coach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36393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học tập MOOC, gợi ý khóa học dựa trên mục tiêu nghề nghiệp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35204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PHẦN 4: VAI TRÒ GIÁO VIÊN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viên trong kỷ nguyên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bị thay thế — mà được trao quyền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3931920" cy="31089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3931920" cy="38404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91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ĐÂY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Chấm bài, ghi điểm thủ công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0720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Soạn giáo án lặp lại mỗi năm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37413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Giảng đồng loạt cho cả lớp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94106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Ít thời gian cho từng học sinh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4114800" cy="310896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691640"/>
            <a:ext cx="411480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691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AI HỖ TRỢ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2402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xử lý chấm bài, giải phóng thời gian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8072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Tập trung vào tư duy phê phán &amp; sáng tạo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337413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Thiết kế trải nghiệm học tập độc đáo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94106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Kèm cặp sâu từng học sinh khó khăn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468880"/>
            <a:ext cx="548640" cy="5486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3520440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PHẦN 4: KỸ NĂNG TƯƠNG LAI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sinh viên cần có với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năng lực số thế hệ mới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4114800" cy="126187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0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6596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phê phán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2295144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giá, kiểm chứng thông tin AI cung cấp — không tin mù quáng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4114800" cy="126187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194560"/>
            <a:ext cx="530352" cy="5303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96596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32120" y="2295144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cơ chế, giới hạn và cách sử dụng có đạo đức các công cụ AI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74320" y="3291840"/>
            <a:ext cx="4114800" cy="126187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611880"/>
            <a:ext cx="530352" cy="5303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tạo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97280" y="3712464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trí tuệ người và AI để tạo ra giá trị độc đáo mới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09160" y="3291840"/>
            <a:ext cx="4114800" cy="126187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611880"/>
            <a:ext cx="530352" cy="5303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3212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tác số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532120" y="3712464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việc hiệu quả trong môi trường kết hợp người và AI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688336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PHẦN 5: THÁCH THỨC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Thách thức và rủi ro cần đối mặt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Nhìn thẳng vào những mặt trái của AI trong giáo dục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4114800" cy="13258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73152" cy="132588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470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24128" y="1828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 lận học thuật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157984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viết bài hộ, làm mờ ranh giới giữa năng lực thực và kết quả 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4114800" cy="1325880"/>
          </a:xfrm>
          <a:prstGeom prst="rect">
            <a:avLst/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37360"/>
            <a:ext cx="73152" cy="1325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470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58968" y="1828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dữ liệu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58968" y="2157984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học tập nhạy cảm bị thu thập, sử dụng thiếu kiểm soát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18688"/>
            <a:ext cx="4114800" cy="13258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18688"/>
            <a:ext cx="73152" cy="1325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284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24128" y="33101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số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363931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sinh thiếu thiết bị, internet bị tụt hậu so với bạn bè có AI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218688"/>
            <a:ext cx="4114800" cy="1325880"/>
          </a:xfrm>
          <a:prstGeom prst="rect">
            <a:avLst/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218688"/>
            <a:ext cx="73152" cy="13258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3284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58968" y="33101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AI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58968" y="363931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khả năng tư duy độc lập khi quá lệ thuộc vào gợi ý của AI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688336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PHẦN 5: ĐẠO ĐỨC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Đạo đức AI trong giáo dục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nguyên tắc không thể bỏ qua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828800"/>
            <a:ext cx="8412480" cy="66751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920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bằng &amp; Minh bạch: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63240" y="19202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AI phải được kiểm tra định kỳ để tránh thiên kiến, phân biệt đối xử trong đánh giá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596896"/>
            <a:ext cx="8412480" cy="66751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2734056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26883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 riêng tư: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063240" y="268833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học sinh cần được bảo vệ theo chuẩn GDPR/PDPA; không dùng cho quảng cáo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3364992"/>
            <a:ext cx="8412480" cy="66751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" y="350215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05840" y="34564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được: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063240" y="345643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do AI đưa ra (điểm số, phân loại) cần có giải thích rõ ràng cho học sinh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4133088"/>
            <a:ext cx="8412480" cy="667512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" y="4270248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" y="42245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 kiểm soát: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063240" y="422452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viên và nhà trường phải duy trì quyền phán quyết cuối cùng, không nhường cho AI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688336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THỰC TIỄN TOÀN CẦU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mô hình thành công trên thế giới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hỏi từ các quốc gia đi đầu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28800"/>
            <a:ext cx="269748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 Singapore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591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Schools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nền tảng Student Learning Space cho 500,000+ học sinh với phân tích học tập thời gian thực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28800"/>
            <a:ext cx="269748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828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🇫🇮 Phần Lan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3591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of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7432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học miễn phí AI cơ bản cho toàn dân — hơn 1% dân số hoàn thành trong năm đầu tiên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828800"/>
            <a:ext cx="2697480" cy="438912"/>
          </a:xfrm>
          <a:prstGeom prst="rect">
            <a:avLst/>
          </a:prstGeom>
          <a:solidFill>
            <a:srgbClr val="FF6D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828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Trung Quốc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3591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7432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cảm xúc học sinh, hệ thống chấm bài tự động trên quy mô hàng triệu học sinh</a:t>
            </a:r>
            <a:endParaRPr lang="en-US" sz="10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0"/>
            <a:ext cx="640080" cy="6400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569464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BỐI CẢNH VIỆT NAM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dục AI tại Việt Nam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hội và thách thức trong bối cảnh nội địa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8412480" cy="822960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299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hội lớn: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56432" y="19202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Dân số trẻ am hiểu công nghệ, chính phủ đầu tư mạnh vào chuyển đổi số giáo dục 2025–2030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852928"/>
            <a:ext cx="8412480" cy="822960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08376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2898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đang hình thành: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56432" y="289864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VNPT, Viettel, FPT triển khai nền tảng học tập AI; nhiều trường đại học tích hợp AI vào chương trình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3831336"/>
            <a:ext cx="8412480" cy="822960"/>
          </a:xfrm>
          <a:prstGeom prst="rect">
            <a:avLst/>
          </a:prstGeom>
          <a:solidFill>
            <a:srgbClr val="1E2E5C"/>
          </a:solidFill>
          <a:ln w="12700">
            <a:solidFill>
              <a:srgbClr val="1E2E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86784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5568" y="38770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Thách thức cụ thể: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456432" y="3877056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giữa thành thị và nông thôn, thiếu giáo viên được đào tạo về AI, khung pháp lý còn sơ khai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807208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PHẦN 6: KHUYẾN NGHỊ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nhìn và Khuyến nghị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nhóm giải pháp chiến lược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Chính sách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350008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04288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khung pháp lý AI trong giáo dục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09981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054096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tư hạ tầng số đồng đều các vùng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84962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803904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chương trình AI Literacy K-12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73736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737360"/>
            <a:ext cx="27432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Nhà trường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2350008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2304288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lại giáo viên về công cụ AI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3099816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3054096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quy tắc sử dụng AI có đạo đức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3849624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3803904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điểm mô hình học tập thích nghi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173736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737360"/>
            <a:ext cx="2743200" cy="45720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👩‍🎓 Sinh viên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2350008"/>
            <a:ext cx="256032" cy="25603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2304288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động học AI Literacy và lập trình cơ bản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099816"/>
            <a:ext cx="256032" cy="25603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3054096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AI như công cụ — không phải cái nạng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3849624"/>
            <a:ext cx="256032" cy="25603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3803904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triển tư duy phê phán &amp; sáng tạo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0A154A"/>
          </a:solidFill>
          <a:ln w="12700">
            <a:solidFill>
              <a:srgbClr val="0A15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152456"/>
          </a:solidFill>
          <a:ln w="12700">
            <a:solidFill>
              <a:srgbClr val="1524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5720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00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không phải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kẻ thù của giáo dục 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 là người đồng hành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lai thuộc về những ai biết cách học cùng AI —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chỉ học về AI.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337560"/>
            <a:ext cx="256032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— Sẵn sàng thảo luận!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931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illiterate of the 21st century will not be those who cannot read and write,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those who cannot learn, unlearn, and relearn."  — Alvin Toffler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Tương lai của Giáo dục trong kỷ nguyên AI</dc:title>
  <dc:subject>PptxGenJS Presentation</dc:subject>
  <dc:creator>AI in Education</dc:creator>
  <cp:lastModifiedBy>AI in Education</cp:lastModifiedBy>
  <cp:revision>1</cp:revision>
  <dcterms:created xsi:type="dcterms:W3CDTF">2026-05-14T10:58:42Z</dcterms:created>
  <dcterms:modified xsi:type="dcterms:W3CDTF">2026-05-14T10:58:42Z</dcterms:modified>
</cp:coreProperties>
</file>